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**Think Before Coming to the USA in 2026: The Truth No One Tells You**</a:t>
            </a:r>
          </a:p>
          <a:p/>
          <a:p>
            <a:r>
              <a:t>The United States of America is a popular destination for immigrants and tourists alike. However, before making the decision to visit or move to the USA in 2026, there are several aspects to consider that may not be immediately apparent.</a:t>
            </a:r>
          </a:p>
          <a:p/>
          <a:p>
            <a:r>
              <a:t>**1. High Cost of Living**</a:t>
            </a:r>
          </a:p>
          <a:p/>
          <a:p>
            <a:r>
              <a:t>The cost of living in the USA is significantly higher compared to many other countries. Housing, food, transportation, and healthcare expenses are steep, making it difficult for individuals to make ends meet. For example, a one-bedroom apartment in New York City can cost upwards of $2,000 per month.</a:t>
            </a:r>
          </a:p>
          <a:p/>
          <a:p>
            <a:r>
              <a:t>**2. Complex Immigration Process**</a:t>
            </a:r>
          </a:p>
          <a:p/>
          <a:p>
            <a:r>
              <a:t>The US immigration process is lengthy and complex, with multiple steps and requirements. Obtaining a visa or green card can take several years, and the application process is often filled with paperwork and bureaucratic red tape.</a:t>
            </a:r>
          </a:p>
          <a:p/>
          <a:p>
            <a:r>
              <a:t>**3. High Taxes**</a:t>
            </a:r>
          </a:p>
          <a:p/>
          <a:p>
            <a:r>
              <a:t>The USA has a high tax rate, with federal, state, and local taxes contributing to a significant portion of an individual's income. For instance, a person earning $50,000 per year may have to pay up to 30% of their income in taxes.</a:t>
            </a:r>
          </a:p>
          <a:p/>
          <a:p>
            <a:r>
              <a:t>**4. Limited Social Services**</a:t>
            </a:r>
          </a:p>
          <a:p/>
          <a:p>
            <a:r>
              <a:t>While the USA has a well-developed social services system, it is not as comprehensive as some other developed countries. Healthcare, education, and social welfare programs may not be as accessible or affordable for non-citizens.</a:t>
            </a:r>
          </a:p>
          <a:p/>
          <a:p>
            <a:r>
              <a:t>**5. Cultural and Social Adjustments**</a:t>
            </a:r>
          </a:p>
          <a:p/>
          <a:p>
            <a:r>
              <a:t>Adapting to American culture and social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